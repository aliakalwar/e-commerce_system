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11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8953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8810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Swing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874392"/>
            <a:ext cx="3353991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1174" y="2916882"/>
            <a:ext cx="36410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DATABASE MANAGEMENT SYSTEMS (ADBMS)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330026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Shifa Batool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Alia Kalwar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Computer Science · Sukkur IBA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382712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&amp; Problem Statement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09640" y="1440507"/>
            <a:ext cx="4753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platforms manage products, customers, carts, and orders — but manual systems are inefficient and error-prone.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0590" y="2022797"/>
            <a:ext cx="4772769" cy="13489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3134" y="217914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123134" y="2473449"/>
            <a:ext cx="4383881" cy="74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record-keeping causes data redundancy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and order tracking become unreliable at scale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 need efficient, automated transaction handling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0590" y="3504754"/>
            <a:ext cx="4772769" cy="12559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3134" y="366109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123134" y="3955405"/>
            <a:ext cx="4383881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desktop-based E-Commerce Management System built with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Swing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automating product, customer, cart, and order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70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76214"/>
            <a:ext cx="4004965" cy="1487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3508" y="148255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Desktop Application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Java Swing GUI for intuitive product, customer, and order management.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376214"/>
            <a:ext cx="4005039" cy="1487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0232" y="148255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803651" y="1943174"/>
            <a:ext cx="1836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 Integration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Java to MongoDB via the official driver for flexible NoSQL data storage.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4879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13508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56927" y="35728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Operations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7935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Create, Read, Update, and Delete across all four collections.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4879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0232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03651" y="3572842"/>
            <a:ext cx="19214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NoSQL Demonstration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7935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Showcase document-based data modeling using real-world e-commerce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0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5758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for application logic and backend processing.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5758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Swing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framework for building the desktop interface — forms, tables, and menus.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757586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Document-oriented NoSQL database storing data in flexible JSON-like collections.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1253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 Driver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43190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Java driver enabling seamless connectivity between the app and database.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1253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Maven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43190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management and project build automation for a clean, reproducible setup.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15441"/>
            <a:ext cx="444906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Design: EcommerceDB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2333625"/>
            <a:ext cx="3317304" cy="993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EcommerceDB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database uses four document-based collections, eliminating rigid schemas and enabling scalable data modeling.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281" y="810816"/>
            <a:ext cx="3317304" cy="3317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33029" y="4285729"/>
            <a:ext cx="1666949" cy="542330"/>
          </a:xfrm>
          <a:prstGeom prst="roundRect">
            <a:avLst>
              <a:gd name="adj" fmla="val 77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37431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👤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Customers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237431" y="4587850"/>
            <a:ext cx="145814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records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70002" y="4285729"/>
            <a:ext cx="1666949" cy="542330"/>
          </a:xfrm>
          <a:prstGeom prst="roundRect">
            <a:avLst>
              <a:gd name="adj" fmla="val 77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974404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📦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Products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74404" y="4587850"/>
            <a:ext cx="145814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records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606975" y="4285729"/>
            <a:ext cx="1666949" cy="542330"/>
          </a:xfrm>
          <a:prstGeom prst="roundRect">
            <a:avLst>
              <a:gd name="adj" fmla="val 77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11378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🛒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Cart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11378" y="4587850"/>
            <a:ext cx="145814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records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343948" y="4285729"/>
            <a:ext cx="1666949" cy="542330"/>
          </a:xfrm>
          <a:prstGeom prst="roundRect">
            <a:avLst>
              <a:gd name="adj" fmla="val 77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8351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📋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Orders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48351" y="4587850"/>
            <a:ext cx="145814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records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367"/>
            <a:ext cx="648153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Collections: Customers &amp; Products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8714"/>
            <a:ext cx="23268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Customers Collection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2192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registered user profiles with unique IDs for order linkage.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235026"/>
            <a:ext cx="3902943" cy="2287637"/>
          </a:xfrm>
          <a:prstGeom prst="roundRect">
            <a:avLst>
              <a:gd name="adj" fmla="val 26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2714" y="2329607"/>
            <a:ext cx="13393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3099" y="2329607"/>
            <a:ext cx="15315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75769" y="2329607"/>
            <a:ext cx="15339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740819"/>
            <a:ext cx="13393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13099" y="2740819"/>
            <a:ext cx="15315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5769" y="2740819"/>
            <a:ext cx="15339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3152031"/>
            <a:ext cx="13393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13099" y="3152031"/>
            <a:ext cx="15315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75769" y="3152031"/>
            <a:ext cx="15339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563243"/>
            <a:ext cx="13393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3099" y="3563243"/>
            <a:ext cx="15315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75769" y="3563243"/>
            <a:ext cx="107677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shifa@example.com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4201269"/>
            <a:ext cx="13393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13099" y="4201269"/>
            <a:ext cx="15315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75769" y="4201269"/>
            <a:ext cx="15339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******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9701" y="12587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Products Collection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49701" y="162192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products across three categories with pricing and stock data.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49701" y="2235026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6222" y="2381548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Electronics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96222" y="2744763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Laptop, Smart Phone, Headphones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72052" y="2235026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18573" y="2381548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18573" y="2744763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Bank, Cables, Cases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49701" y="3486671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6222" y="36331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Furniture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96222" y="3996407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Gaming Chair, Desk, Lamp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6880"/>
            <a:ext cx="49535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Collections: Orders &amp; Cart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42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Orders Collection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7744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completed transactions with status tracking.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063725"/>
            <a:ext cx="3921993" cy="1740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2245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Fields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587749"/>
            <a:ext cx="352417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 — links to buyer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ID — item purchased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&amp; Total Amount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— Pending / Confirmed / Shipped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3142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Cart Collection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167744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items selected before checkout.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0651" y="2063725"/>
            <a:ext cx="3921993" cy="14643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67660" y="22245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Fields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967660" y="2587749"/>
            <a:ext cx="3524176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 — session owner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ID — selected item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— units added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49701" y="3687589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460" y="3902646"/>
            <a:ext cx="177180" cy="1417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0398" y="3850556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records persist across sessions, enabling a seamless checkout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57039"/>
            <a:ext cx="3235821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876151"/>
            <a:ext cx="7642101" cy="3497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8790" y="1337973"/>
            <a:ext cx="1690519" cy="21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 Driver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48790" y="1609395"/>
            <a:ext cx="1863328" cy="30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layer translating queries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54157" y="2487525"/>
            <a:ext cx="1690519" cy="21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Logic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31617" y="2758948"/>
            <a:ext cx="1713059" cy="30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requests and enforces rules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48790" y="3081085"/>
            <a:ext cx="1690519" cy="21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Swing GUI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48790" y="3352508"/>
            <a:ext cx="1863328" cy="30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User-facing interface for interactions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0912" y="4470871"/>
            <a:ext cx="764210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follows a clean layered architecture. The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Swing GUI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handles all user interactions, passing requests to the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Logic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layer, which uses the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Driver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query and update the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Database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ensuring separation of concerns and maintainability.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07268"/>
            <a:ext cx="657664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Operations &amp; System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0640" y="116889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Operations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35" y="1537320"/>
            <a:ext cx="205978" cy="205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6902" y="153307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26902" y="1880592"/>
            <a:ext cx="347759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products, register customers, place new orders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35" y="2367186"/>
            <a:ext cx="205978" cy="2059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6902" y="236294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26902" y="2710458"/>
            <a:ext cx="347759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search products, browse order history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35" y="3197051"/>
            <a:ext cx="205978" cy="2059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6902" y="319281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26902" y="3540323"/>
            <a:ext cx="347759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 product stock, update customer details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35" y="4026917"/>
            <a:ext cx="205978" cy="2059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6902" y="402267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26902" y="4370189"/>
            <a:ext cx="347759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obsolete records from any collection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744269" y="116889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Modules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744269" y="1533079"/>
            <a:ext cx="3923854" cy="1589931"/>
          </a:xfrm>
          <a:prstGeom prst="roundRect">
            <a:avLst>
              <a:gd name="adj" fmla="val 362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749031" y="1537841"/>
            <a:ext cx="1957164" cy="1580406"/>
          </a:xfrm>
          <a:prstGeom prst="roundRect">
            <a:avLst>
              <a:gd name="adj" fmla="val 365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886325" y="1675135"/>
            <a:ext cx="168257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Module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886325" y="2022649"/>
            <a:ext cx="1682576" cy="9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&amp; search products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orders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inventory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706195" y="1537841"/>
            <a:ext cx="1957164" cy="1580406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706195" y="1537841"/>
            <a:ext cx="19050" cy="1580406"/>
          </a:xfrm>
          <a:prstGeom prst="roundRect">
            <a:avLst>
              <a:gd name="adj" fmla="val 30279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843489" y="1675135"/>
            <a:ext cx="168257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Module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43489" y="2022649"/>
            <a:ext cx="1682576" cy="74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products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cart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&amp; track orders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349" y="361801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57349" y="950863"/>
            <a:ext cx="2339876" cy="1149772"/>
          </a:xfrm>
          <a:prstGeom prst="roundRect">
            <a:avLst>
              <a:gd name="adj" fmla="val 47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2782" y="10862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Delivered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2782" y="1362670"/>
            <a:ext cx="206900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functional E-Commerce Management System meeting all ADBMS project requirements.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7701" y="950863"/>
            <a:ext cx="2339950" cy="1149772"/>
          </a:xfrm>
          <a:prstGeom prst="roundRect">
            <a:avLst>
              <a:gd name="adj" fmla="val 47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53135" y="10862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🔗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Integrated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53135" y="1362670"/>
            <a:ext cx="206908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Swing frontend seamlessly connected to MongoDB via the official Java driver.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349" y="2221111"/>
            <a:ext cx="4800302" cy="948928"/>
          </a:xfrm>
          <a:prstGeom prst="roundRect">
            <a:avLst>
              <a:gd name="adj" fmla="val 57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2782" y="235654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📚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Demonstrated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2782" y="2632918"/>
            <a:ext cx="452943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NoSQL concepts — document modeling, collections, and CRUD operations in a real-world context.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3355" y="3305547"/>
            <a:ext cx="46042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that combining Java Swing with MongoDB provides a robust, scalable foundation for modern desktop-based e-commerce applications.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349" y="4043586"/>
            <a:ext cx="4800302" cy="73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Shifa Batool , Alia Kalwar 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Department of Computer Science, Sukkur IBA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648</Words>
  <Application>Microsoft Office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Alia Kalwar</cp:lastModifiedBy>
  <cp:revision>3</cp:revision>
  <dcterms:created xsi:type="dcterms:W3CDTF">2026-06-09T12:47:43Z</dcterms:created>
  <dcterms:modified xsi:type="dcterms:W3CDTF">2026-06-09T12:52:13Z</dcterms:modified>
</cp:coreProperties>
</file>